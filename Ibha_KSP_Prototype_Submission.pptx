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9e9db54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9e9db54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9e9db54d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9e9db54d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9e9db54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9e9db54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9e9db54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9e9db54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9e9db54d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9e9db54d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9e9db54d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9e9db54d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9e9db54d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9e9db54d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3fd15e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3fd15e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9e9db54d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9e9db54d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9e9db54d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9e9db54d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9e9db54d7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9e9db54d7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79e9db54d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79e9db54d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9e9db54d7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9e9db54d7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9e9db54d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9e9db54d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9e9db54d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9e9db54d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60650" y="3183225"/>
            <a:ext cx="8222700" cy="17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Team Details</a:t>
            </a:r>
          </a:p>
          <a:p>
            <a:endParaRPr dirty="0"/>
          </a:p>
          <a:p>
            <a:r>
              <a:rPr dirty="0"/>
              <a:t>• Team Name</a:t>
            </a:r>
            <a:r>
              <a:rPr dirty="0" smtClean="0"/>
              <a:t>:</a:t>
            </a:r>
            <a:r>
              <a:rPr lang="en-US" dirty="0" smtClean="0"/>
              <a:t> </a:t>
            </a:r>
            <a:r>
              <a:rPr lang="en-US" dirty="0" err="1" smtClean="0"/>
              <a:t>Avighna</a:t>
            </a:r>
            <a:endParaRPr dirty="0"/>
          </a:p>
          <a:p>
            <a:r>
              <a:rPr dirty="0"/>
              <a:t>• Team Leader Name: </a:t>
            </a:r>
            <a:r>
              <a:rPr lang="en-US" dirty="0" smtClean="0"/>
              <a:t>Bhakti Parulekar</a:t>
            </a:r>
            <a:endParaRPr dirty="0"/>
          </a:p>
          <a:p>
            <a:r>
              <a:rPr dirty="0"/>
              <a:t>• Team Size: 2 Members</a:t>
            </a:r>
          </a:p>
          <a:p>
            <a:endParaRPr dirty="0"/>
          </a:p>
          <a:p>
            <a:r>
              <a:rPr dirty="0"/>
              <a:t>Problem Statement: Intelligent Conversational AI and Crime Analytics Platform for Karnataka State Police (KSP </a:t>
            </a:r>
            <a:r>
              <a:rPr dirty="0" err="1"/>
              <a:t>Datathon</a:t>
            </a:r>
            <a:r>
              <a:rPr dirty="0"/>
              <a:t>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318650" y="6979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Brief About Solution — Ibha (ಇಭ · Elephant / Strength)</a:t>
            </a:r>
          </a:p>
          <a:p>
            <a:r>
              <a:t>Ibha is an LLM-Augmented, Security-First Crime Intelligence Copilot built for Karnataka State Police officers across 8 districts and 20 police stations.</a:t>
            </a:r>
          </a:p>
          <a:p>
            <a:r>
              <a:t/>
            </a:r>
            <a:br/>
            <a:r>
              <a:t>Key Innovations:</a:t>
            </a:r>
            <a:br/>
            <a:r>
              <a:t>1. Natural Language Interface: Supports English and Kannada queries via text or speech (STT/TTS).</a:t>
            </a:r>
            <a:br/>
            <a:r>
              <a:t>2. 100% Parameterized SQL Guardrail: The LLM extracts intent JSON; query_builder.py constructs safe SQL. The LLM NEVER writes raw SQL.</a:t>
            </a:r>
            <a:br/>
            <a:r>
              <a:t>3. Transparent Evidence Trail: Every answer displays redacted SQL parameters, row counts, and RLS jurisdiction badges.</a:t>
            </a:r>
            <a:br/>
            <a:r>
              <a:t>4. Advanced Analytics: Sociological crime insights, multi-factor offender risk scoring, linear trend projections, and precedent case matching.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240800" y="7106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Opportunities &amp; Unique Selling Proposition (USP)</a:t>
            </a:r>
          </a:p>
          <a:p>
            <a:r>
              <a:t/>
            </a:r>
            <a:br/>
            <a:r>
              <a:t>How is it different from existing solutions?</a:t>
            </a:r>
            <a:br/>
            <a:r>
              <a:t>• Most LLM platforms allow the model to generate SQL directly, risking prompt injection and schema hallucinations. Ibha separates intent extraction from SQL execution completely.</a:t>
            </a:r>
            <a:br/>
            <a:r>
              <a:t/>
            </a:r>
            <a:br/>
            <a:r>
              <a:t>How will it solve the problem?</a:t>
            </a:r>
            <a:br/>
            <a:r>
              <a:t>• Police officers can query complex databases using plain voice/text in their regional language, while security automatically enforces Row-Level Security (RLS) based on jurisdiction.</a:t>
            </a:r>
            <a:br/>
            <a:r>
              <a:t/>
            </a:r>
            <a:br/>
            <a:r>
              <a:t>USP of Ibha:</a:t>
            </a:r>
            <a:br/>
            <a:r>
              <a:t>• Zero-Trust Evidence Trail &amp; Audit Panel on every message.</a:t>
            </a:r>
            <a:br/>
            <a:r>
              <a:t>• Data-grounded criminology summaries with zero identity or ethnic proxy bias.</a:t>
            </a:r>
            <a:br/>
            <a:r>
              <a:t>• Multi-factor risk score heuristic (capped priors, recency decay, violent flag, degree centrality).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List of Features Offered (Mapped to KSP's 10 Pillars)</a:t>
            </a:r>
          </a:p>
          <a:p>
            <a:r>
              <a:t/>
            </a:r>
            <a:br/>
            <a:r>
              <a:t>1. Pillar 1 (Conversational AI): Multi-turn chat in English &amp; Kannada.</a:t>
            </a:r>
            <a:br/>
            <a:r>
              <a:t>2. Pillar 2 (Network Analysis): Co-accused topology graph with degree centrality tooltips.</a:t>
            </a:r>
            <a:br/>
            <a:r>
              <a:t>3. Pillar 3 (Crime Trends): Station hotspot rankings and monthly crime breakdowns.</a:t>
            </a:r>
            <a:br/>
            <a:r>
              <a:t>4. Pillar 4 (Sociological Insights): Time-of-day, occupation, age, and income distributions.</a:t>
            </a:r>
            <a:br/>
            <a:r>
              <a:t>5. Pillar 5 (Offender Profiling): Transparent multi-factor risk score heuristic.</a:t>
            </a:r>
            <a:br/>
            <a:r>
              <a:t>6. Pillar 6 (Decision Support): Executive case summaries &amp; precedent matching.</a:t>
            </a:r>
            <a:br/>
            <a:r>
              <a:t>7. Pillar 7 (Financial Crime): Suspicious transaction flagging (structuring, round-trips).</a:t>
            </a:r>
            <a:br/>
            <a:r>
              <a:t>8. Pillar 8 (Forecasting &amp; Early Warning): OLS 3-month trend projection &amp; alert cards.</a:t>
            </a:r>
            <a:br/>
            <a:r>
              <a:t>9. Pillar 9 (Explainability &amp; Audit): Inspectable SQL skeleton &amp; RLS scope badges.</a:t>
            </a:r>
            <a:br/>
            <a:r>
              <a:t>10. Pillar 10 (Accessibility &amp; Export): Web Speech API STT/TTS &amp; printable PDF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Process Flow Diagram</a:t>
            </a:r>
          </a:p>
          <a:p>
            <a:r>
              <a:t/>
            </a:r>
            <a:br/>
            <a:r>
              <a:t>[Officer Query (Text/Voice)]</a:t>
            </a:r>
            <a:br/>
            <a:r>
              <a:t>       │</a:t>
            </a:r>
            <a:br/>
            <a:r>
              <a:t>       ▼</a:t>
            </a:r>
            <a:br/>
            <a:r>
              <a:t>[Gemini 2.5 Flash Intent Router]  ──►  Extracts IntentJSON (crime_type, dates, scope)</a:t>
            </a:r>
            <a:br/>
            <a:r>
              <a:t>       │</a:t>
            </a:r>
            <a:br/>
            <a:r>
              <a:t>       ▼</a:t>
            </a:r>
            <a:br/>
            <a:r>
              <a:t>[query_builder.py]  ──►  Builds Parameterized SQL Skeleton (100% Injection Safe)</a:t>
            </a:r>
            <a:br/>
            <a:r>
              <a:t>       │</a:t>
            </a:r>
            <a:br/>
            <a:r>
              <a:t>       ▼</a:t>
            </a:r>
            <a:br/>
            <a:r>
              <a:t>[apply_rls_filters()]  ──►  Applies Jurisdiction Scoping (Station / District / State)</a:t>
            </a:r>
            <a:br/>
            <a:r>
              <a:t>       │</a:t>
            </a:r>
            <a:br/>
            <a:r>
              <a:t>       ▼</a:t>
            </a:r>
            <a:br/>
            <a:r>
              <a:t>[PostgreSQL Database]  ──►  Executes Query (&lt;35ms)</a:t>
            </a:r>
            <a:br/>
            <a:r>
              <a:t>       │</a:t>
            </a:r>
            <a:br/>
            <a:r>
              <a:t>       ▼</a:t>
            </a:r>
            <a:br/>
            <a:r>
              <a:t>[UI Render (Next.js 14)]  ──►  Renders Answer + Evidence Trail + Recharts + Network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8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Wireframes/Mock diagrams of the proposed solution (optional)</a:t>
            </a:r>
            <a:endParaRPr sz="18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Architecture Diagram of Ibha Solution</a:t>
            </a:r>
          </a:p>
          <a:p>
            <a:r>
              <a:t/>
            </a:r>
            <a:br/>
            <a:r>
              <a:t>• Client Layer: Next.js 14 (App Router), Tailwind CSS, Recharts, Cytoscape.js, Self-hosted Noto Sans Kannada.</a:t>
            </a:r>
            <a:br/>
            <a:r>
              <a:t>• Security &amp; Governance Layer: JWT Auth (auth.py), Parameterized Query Builder (query_builder.py), RLS Jurisdiction Filter (auth_utils.py), Audit Logger (audit_logs).</a:t>
            </a:r>
            <a:br/>
            <a:r>
              <a:t>• API &amp; Application Layer: Python 3.10 Flask (local_server.py) / Zoho Catalyst Serverless Functions.</a:t>
            </a:r>
            <a:br/>
            <a:r>
              <a:t>• AI Core: Google Gemini 2.5 Flash API (Structured JSON tool-use intent extraction).</a:t>
            </a:r>
            <a:br/>
            <a:r>
              <a:t>• Database Layer: PostgreSQL 14+ with pgvector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Technologies Used in Solution</a:t>
            </a:r>
          </a:p>
          <a:p>
            <a:r>
              <a:t/>
            </a:r>
            <a:br/>
            <a:r>
              <a:t>• Frontend: Next.js 14, React 18, Tailwind CSS, Recharts, Cytoscape.js, Lucide Icons.</a:t>
            </a:r>
            <a:br/>
            <a:r>
              <a:t>• Backend: Python 3.10+, Flask, psycopg2-binary, Pydantic v2.</a:t>
            </a:r>
            <a:br/>
            <a:r>
              <a:t>• AI Engine: Google Gemini 2.5 Flash (Structured JSON tool-use output).</a:t>
            </a:r>
            <a:br/>
            <a:r>
              <a:t>• Security &amp; Audit: PyJWT, PostgreSQL RLS, Parameterized Query Builder.</a:t>
            </a:r>
            <a:br/>
            <a:r>
              <a:t>• Database: PostgreSQL 14+ with pgvector extension.</a:t>
            </a:r>
            <a:br/>
            <a:r>
              <a:t>• Accessibility: Web Speech API (STT/TTS), Self-hosted Noto Sans Kannada font.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1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158825" y="855225"/>
            <a:ext cx="8784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Zoho Catalyst Services Integrated</a:t>
            </a:r>
          </a:p>
          <a:p>
            <a:r>
              <a:t/>
            </a:r>
            <a:br/>
            <a:r>
              <a:t>1. Catalyst Serverless Functions: Target runtime for backend handlers (health, chat, audit, insights, support, trends, network).</a:t>
            </a:r>
            <a:br/>
            <a:r>
              <a:t>2. Catalyst API Gateway: Route mapping via OpenAPI 3.0 specification (catalyst/api/openapi.yaml).</a:t>
            </a:r>
            <a:br/>
            <a:r>
              <a:t>3. Catalyst Web Client Hosting: Optimized deployment hosting for the Next.js frontend application.</a:t>
            </a:r>
            <a:br/>
            <a:r>
              <a:t>4. Catalyst Data Store / Relational Bridge: Managed database adapter connecting serverless functions to PostgreSQL.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2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Estimated implementation cost (optional)</a:t>
            </a:r>
            <a:endParaRPr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3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Snapshots of the prototype</a:t>
            </a:r>
            <a:endParaRPr sz="1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4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 txBox="1"/>
          <p:nvPr/>
        </p:nvSpPr>
        <p:spPr>
          <a:xfrm>
            <a:off x="158825" y="806350"/>
            <a:ext cx="87966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Prototype Performance &amp; Benchmarking Report</a:t>
            </a:r>
          </a:p>
          <a:p>
            <a:r>
              <a:t/>
            </a:r>
            <a:br/>
            <a:r>
              <a:t>• End-to-End Chat Latency: ~700ms average (Intent extraction + SQL + NL answer synthesis).</a:t>
            </a:r>
            <a:br/>
            <a:r>
              <a:t>• Database Execution Time: &lt;35ms for parameterized PostgreSQL queries.</a:t>
            </a:r>
            <a:br/>
            <a:r>
              <a:t>• Security Compliance: 100% RLS enforcement — zero cross-station data leakage verified in automated tests.</a:t>
            </a:r>
            <a:br/>
            <a:r>
              <a:t>• Quota &amp; Fallback Reliability: 2-second client debounce + automatic fallback to keyword NLP (nlp_simple) on API timeout.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dirty="0"/>
              <a:t>Submission Links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• GitHub Public Repository: </a:t>
            </a:r>
            <a:br>
              <a:rPr dirty="0"/>
            </a:br>
            <a:r>
              <a:rPr dirty="0"/>
              <a:t>• Demo Video Link (3 Minutes):</a:t>
            </a:r>
            <a:br>
              <a:rPr dirty="0"/>
            </a:br>
            <a:r>
              <a:rPr dirty="0"/>
              <a:t>• Deployed Application Link: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6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Additional Details/Future Development (if any)</a:t>
            </a:r>
            <a:endParaRPr sz="18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7" title="Framwdwdwde 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146600" y="2249200"/>
            <a:ext cx="8833200" cy="14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/>
              <a:t>Blank slide</a:t>
            </a:r>
            <a:endParaRPr sz="18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8" title="Framwdwdwde 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On-screen Show (16:9)</PresentationFormat>
  <Paragraphs>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Bhakti Parulekar</cp:lastModifiedBy>
  <cp:revision>2</cp:revision>
  <dcterms:modified xsi:type="dcterms:W3CDTF">2026-07-26T14:38:04Z</dcterms:modified>
</cp:coreProperties>
</file>